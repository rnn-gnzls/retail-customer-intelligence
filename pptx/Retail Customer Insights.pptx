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22B51734-2F29-481D-9508-3B14E655B9AC}">
          <p14:sldIdLst>
            <p14:sldId id="256"/>
          </p14:sldIdLst>
        </p14:section>
        <p14:section name="Dashboards" id="{E8129D1D-AA36-4567-884D-8526C3D1AB83}">
          <p14:sldIdLst>
            <p14:sldId id="261"/>
            <p14:sldId id="257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86" y="331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44F26-967F-07B1-DFCB-3809B30E2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45653-3461-148E-AD28-306151D8C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A8C62-09D9-FD52-8AD7-EF4AE81B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D122A-3D5B-1BEF-94E3-706175A8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B22A0-F059-9935-8B0E-6C61E20B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89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7E3CC-195B-DB31-BD4B-06AEC5C37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BDF4-D25F-4550-2160-4FFC5E91D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51782-4A2D-10C2-345C-C22C78CE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F89A-F898-C07C-25A2-47B97E7E2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94B7-59B7-1D54-26E3-7A98A254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19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58D89-6545-2735-A4EC-75A44965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DE878-DB9B-39E9-163C-FDA9E94A9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593D0-E67C-771F-4BF1-D0DFDDE7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F5B75-04C9-5F2D-367D-D698D2B2D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3CCFA-0E73-A17E-855C-13A97A31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61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3869-7D52-7AA2-F991-69D368B5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0549B-E2FA-2444-B359-9AA0810DF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25931-2A02-EE4F-0635-1B3651351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EA575-B61F-13FD-1427-9C547BA6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F179F-6313-98F1-6A4E-192CC5156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89763-E37D-20FA-88D0-5763CA7B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5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84F5-CD52-C6FF-B27E-9BC7A806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F3133-CD6A-F01B-C243-3EBD3BAD9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20669-8CFA-048E-308B-54052ED4B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A9DAB-8096-6739-6EAD-EAA7D609A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2744E-6131-4A2F-8C90-7F5593180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4DBEB-B1CC-F98F-E285-FFBDC7B7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373BC3-D4E9-7998-D476-0E424B27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E2141-13B7-F718-20D5-480A909B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0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EBA67-74DC-54B1-1184-6BE77C49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95A41-436E-0488-D5C7-DAF6EA40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5BA84-E4A4-F594-4AD3-167FF59D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8BCCA-5A8D-8DA3-9D96-6679E9813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8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C65C1-BE24-DBE9-2F95-87E958654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C6D7C-7B69-A696-41C2-5E0CFD1D0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10A16-AC44-285E-8E99-96FA7659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5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E5F8D-00BE-BD5A-F5B7-5DEB1DF6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5B88E-9595-D8B9-12A7-460408078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ABCB3-A1BB-B783-9377-975B2D2E9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361A0-F33B-5002-87EF-A6DD04AC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4B328-9B6C-29F4-9EC2-87AD5095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431C8-A11D-6F4D-DE34-6B8ABB6E5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98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9E216-4718-F480-16CC-C1EA3C69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83C1CD-D420-A073-C7A2-B3A76D132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4FDDB-2E54-6AA9-035B-F3C4035B0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0924C-043C-F404-E1E6-01203893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68D6A-1735-1218-B289-645CA0A44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D4E3C-AF5C-2C14-1F49-8996CF44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1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A4FC-6CD3-F454-D8AE-21E86B50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1C616-5E5E-824C-3017-A211143C4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E6DB0-72F9-B1E3-67D0-00BBA8E5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E641A-20D8-D530-8F3B-DEE815292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5203F-7FE7-D056-C69E-10B5D43E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6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7CD6A5-607D-0166-A0F0-6627ECB8D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2D695-93B6-833F-C7DF-5E754C298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7F9B8-7321-0E02-6676-74ED11F6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D684A-29FE-6007-5991-4A5A1E25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26BAD-2181-AC40-B780-E625BDB3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3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2A295-F521-FF1A-A141-F36672A7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528B-508D-1E10-66DB-8855367A2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86726-C80F-02FF-0B37-6B5B75AA5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CABB8-8DA7-4C3D-992C-25E55132FA1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DEDAB-A715-8E47-54DD-46FFA5CD7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79406-D62D-4B22-B3FF-0285D6258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CD4ED-6905-4A67-B27B-F6A1C0098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4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6961-9626-7655-AF4E-1BBC2CA3F0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dirty="0"/>
              <a:t>RETAIL &amp; CUSTOMER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3F914-ECDD-25B2-CC5F-52A7D7F987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BY JOSEPHE RIANNE C. GONZALES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428EA2-AB47-9DD3-75A9-291D521C53C7}"/>
              </a:ext>
            </a:extLst>
          </p:cNvPr>
          <p:cNvSpPr/>
          <p:nvPr/>
        </p:nvSpPr>
        <p:spPr>
          <a:xfrm>
            <a:off x="-1" y="0"/>
            <a:ext cx="236742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87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F0CC9-0858-42A3-F3C0-75A66CE70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6AF6CB-A0FB-74D9-5CDB-373692E849B1}"/>
              </a:ext>
            </a:extLst>
          </p:cNvPr>
          <p:cNvSpPr/>
          <p:nvPr/>
        </p:nvSpPr>
        <p:spPr>
          <a:xfrm>
            <a:off x="-1" y="0"/>
            <a:ext cx="236742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7">
            <a:extLst>
              <a:ext uri="{FF2B5EF4-FFF2-40B4-BE49-F238E27FC236}">
                <a16:creationId xmlns:a16="http://schemas.microsoft.com/office/drawing/2014/main" id="{4837FC3C-9E49-EA48-0FAA-DE56DA6EB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43FCE-8DBE-7012-DE2C-8FF0D5EB014A}"/>
              </a:ext>
            </a:extLst>
          </p:cNvPr>
          <p:cNvSpPr txBox="1"/>
          <p:nvPr/>
        </p:nvSpPr>
        <p:spPr>
          <a:xfrm>
            <a:off x="769540" y="2702285"/>
            <a:ext cx="33159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EXECUTIVE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C832D6-9B9A-F22F-EB70-0977F4C7F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24" y="818583"/>
            <a:ext cx="7743816" cy="484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19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AC56FF-93CD-7705-E38B-0C329E06E7C3}"/>
              </a:ext>
            </a:extLst>
          </p:cNvPr>
          <p:cNvSpPr/>
          <p:nvPr/>
        </p:nvSpPr>
        <p:spPr>
          <a:xfrm>
            <a:off x="-1" y="0"/>
            <a:ext cx="236742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8F2D6-715A-91B8-F849-5762A48B8163}"/>
              </a:ext>
            </a:extLst>
          </p:cNvPr>
          <p:cNvSpPr txBox="1"/>
          <p:nvPr/>
        </p:nvSpPr>
        <p:spPr>
          <a:xfrm>
            <a:off x="853650" y="2640729"/>
            <a:ext cx="3315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SALES TREND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C1FED6-D90F-E109-1845-83EEAA99E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524" y="239753"/>
            <a:ext cx="7064352" cy="63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0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C611A-4259-E3C6-3B77-60DEEFE94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6F6BC1-3A02-4648-B43B-24BDEB4FDEDE}"/>
              </a:ext>
            </a:extLst>
          </p:cNvPr>
          <p:cNvSpPr/>
          <p:nvPr/>
        </p:nvSpPr>
        <p:spPr>
          <a:xfrm>
            <a:off x="-1" y="0"/>
            <a:ext cx="236742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7">
            <a:extLst>
              <a:ext uri="{FF2B5EF4-FFF2-40B4-BE49-F238E27FC236}">
                <a16:creationId xmlns:a16="http://schemas.microsoft.com/office/drawing/2014/main" id="{2CC98FD2-5616-1AB6-9984-10E4A134C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08FD83-7DFC-6ABC-6393-2654579D5E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99"/>
          <a:stretch>
            <a:fillRect/>
          </a:stretch>
        </p:blipFill>
        <p:spPr>
          <a:xfrm>
            <a:off x="4448420" y="1327609"/>
            <a:ext cx="7322539" cy="42027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2B8FD2-9304-74F8-77E7-3BBE6C3BE0AD}"/>
              </a:ext>
            </a:extLst>
          </p:cNvPr>
          <p:cNvSpPr txBox="1"/>
          <p:nvPr/>
        </p:nvSpPr>
        <p:spPr>
          <a:xfrm>
            <a:off x="825387" y="2763840"/>
            <a:ext cx="3315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CUSTOMER INTELLIGENCE</a:t>
            </a:r>
          </a:p>
        </p:txBody>
      </p:sp>
    </p:spTree>
    <p:extLst>
      <p:ext uri="{BB962C8B-B14F-4D97-AF65-F5344CB8AC3E}">
        <p14:creationId xmlns:p14="http://schemas.microsoft.com/office/powerpoint/2010/main" val="84738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FB90F-BA57-8618-1617-12FC2031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5C9543-01DE-3B17-F63A-4BFB6D5103E3}"/>
              </a:ext>
            </a:extLst>
          </p:cNvPr>
          <p:cNvSpPr/>
          <p:nvPr/>
        </p:nvSpPr>
        <p:spPr>
          <a:xfrm>
            <a:off x="-1" y="0"/>
            <a:ext cx="236742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7">
            <a:extLst>
              <a:ext uri="{FF2B5EF4-FFF2-40B4-BE49-F238E27FC236}">
                <a16:creationId xmlns:a16="http://schemas.microsoft.com/office/drawing/2014/main" id="{3E6DCB94-2899-524E-14E6-D8D44A9E5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4B030-BCE2-7079-D83A-FAD12864D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99"/>
          <a:stretch>
            <a:fillRect/>
          </a:stretch>
        </p:blipFill>
        <p:spPr>
          <a:xfrm>
            <a:off x="4448420" y="1327609"/>
            <a:ext cx="7322539" cy="42027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A099DC-024E-4437-AA43-F6FF92B7E415}"/>
              </a:ext>
            </a:extLst>
          </p:cNvPr>
          <p:cNvSpPr txBox="1"/>
          <p:nvPr/>
        </p:nvSpPr>
        <p:spPr>
          <a:xfrm>
            <a:off x="825387" y="2763840"/>
            <a:ext cx="33159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PRODUCT &amp; MARKET</a:t>
            </a:r>
          </a:p>
        </p:txBody>
      </p:sp>
    </p:spTree>
    <p:extLst>
      <p:ext uri="{BB962C8B-B14F-4D97-AF65-F5344CB8AC3E}">
        <p14:creationId xmlns:p14="http://schemas.microsoft.com/office/powerpoint/2010/main" val="409347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E0B28-B554-6DB9-2E6C-CFF9F1B75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0B527E-62D0-C9B5-C367-007EA5820FDE}"/>
              </a:ext>
            </a:extLst>
          </p:cNvPr>
          <p:cNvSpPr/>
          <p:nvPr/>
        </p:nvSpPr>
        <p:spPr>
          <a:xfrm>
            <a:off x="-1" y="0"/>
            <a:ext cx="236742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7">
            <a:extLst>
              <a:ext uri="{FF2B5EF4-FFF2-40B4-BE49-F238E27FC236}">
                <a16:creationId xmlns:a16="http://schemas.microsoft.com/office/drawing/2014/main" id="{83070E6F-7F38-6D12-208C-DB04F28E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5EC65-A94D-06BB-FB80-0750ACDB73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99"/>
          <a:stretch>
            <a:fillRect/>
          </a:stretch>
        </p:blipFill>
        <p:spPr>
          <a:xfrm>
            <a:off x="4448420" y="1327609"/>
            <a:ext cx="7322539" cy="42027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417C63-2331-CCD8-75DE-0C230B7FA34D}"/>
              </a:ext>
            </a:extLst>
          </p:cNvPr>
          <p:cNvSpPr txBox="1"/>
          <p:nvPr/>
        </p:nvSpPr>
        <p:spPr>
          <a:xfrm>
            <a:off x="825387" y="2763840"/>
            <a:ext cx="33159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RETENTION ANALYSIS</a:t>
            </a:r>
          </a:p>
        </p:txBody>
      </p:sp>
    </p:spTree>
    <p:extLst>
      <p:ext uri="{BB962C8B-B14F-4D97-AF65-F5344CB8AC3E}">
        <p14:creationId xmlns:p14="http://schemas.microsoft.com/office/powerpoint/2010/main" val="1324040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21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Arial Black</vt:lpstr>
      <vt:lpstr>Office Theme</vt:lpstr>
      <vt:lpstr>RETAIL &amp; CUSTOMER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rianne gonzales</dc:creator>
  <cp:lastModifiedBy>rianne gonzales</cp:lastModifiedBy>
  <cp:revision>6</cp:revision>
  <dcterms:created xsi:type="dcterms:W3CDTF">2026-09-02T03:25:45Z</dcterms:created>
  <dcterms:modified xsi:type="dcterms:W3CDTF">2026-09-02T05:16:45Z</dcterms:modified>
</cp:coreProperties>
</file>